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77adf6fa064a95" /><Relationship Type="http://schemas.openxmlformats.org/officeDocument/2006/relationships/extended-properties" Target="/docProps/app.xml" Id="R96aca4cb396742cb" /><Relationship Type="http://schemas.openxmlformats.org/officeDocument/2006/relationships/officeDocument" Target="/ppt/presentation.xml" Id="R49321f01b72e44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56aca49c8b43d6"/>
  </p:sldMasterIdLst>
  <p:notesMasterIdLst>
    <p:notesMasterId xmlns:r="http://schemas.openxmlformats.org/officeDocument/2006/relationships" r:id="R01e6da625ce14f08"/>
  </p:notesMasterIdLst>
  <p:sldIdLst>
    <p:sldId xmlns:r="http://schemas.openxmlformats.org/officeDocument/2006/relationships" id="256" r:id="R38ab51c362154c32"/>
    <p:sldId xmlns:r="http://schemas.openxmlformats.org/officeDocument/2006/relationships" id="257" r:id="Rbe02f1ed7c18467d"/>
    <p:sldId xmlns:r="http://schemas.openxmlformats.org/officeDocument/2006/relationships" id="258" r:id="Rd5b7256839114cb0"/>
    <p:sldId xmlns:r="http://schemas.openxmlformats.org/officeDocument/2006/relationships" id="259" r:id="Raa81d33c4da64e1c"/>
    <p:sldId xmlns:r="http://schemas.openxmlformats.org/officeDocument/2006/relationships" id="260" r:id="R6a1a89c32480487d"/>
    <p:sldId xmlns:r="http://schemas.openxmlformats.org/officeDocument/2006/relationships" id="261" r:id="Re0546912d4eb49b2"/>
    <p:sldId xmlns:r="http://schemas.openxmlformats.org/officeDocument/2006/relationships" id="262" r:id="R04d9270d017d4a54"/>
    <p:sldId xmlns:r="http://schemas.openxmlformats.org/officeDocument/2006/relationships" id="263" r:id="R2ef127623b2b4f70"/>
    <p:sldId xmlns:r="http://schemas.openxmlformats.org/officeDocument/2006/relationships" id="264" r:id="Re1c0c09278d840d1"/>
    <p:sldId xmlns:r="http://schemas.openxmlformats.org/officeDocument/2006/relationships" id="265" r:id="R15a6fbd65bff4219"/>
    <p:sldId xmlns:r="http://schemas.openxmlformats.org/officeDocument/2006/relationships" id="266" r:id="Rf762561aa79e4277"/>
    <p:sldId xmlns:r="http://schemas.openxmlformats.org/officeDocument/2006/relationships" id="267" r:id="R1b1649bd5314481a"/>
    <p:sldId xmlns:r="http://schemas.openxmlformats.org/officeDocument/2006/relationships" id="268" r:id="R473a64e0480042cb"/>
    <p:sldId xmlns:r="http://schemas.openxmlformats.org/officeDocument/2006/relationships" id="269" r:id="R6f88ef71e68f42d3"/>
    <p:sldId xmlns:r="http://schemas.openxmlformats.org/officeDocument/2006/relationships" id="270" r:id="R6b865e41413445fe"/>
    <p:sldId xmlns:r="http://schemas.openxmlformats.org/officeDocument/2006/relationships" id="271" r:id="R491a8a26fd634c99"/>
    <p:sldId xmlns:r="http://schemas.openxmlformats.org/officeDocument/2006/relationships" id="272" r:id="Rccdd56a2d7a04f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0081fe7d5c4c9f" /><Relationship Type="http://schemas.openxmlformats.org/officeDocument/2006/relationships/slideMaster" Target="/ppt/slideMasters/slideMaster1.xml" Id="R1c56aca49c8b43d6" /><Relationship Type="http://schemas.openxmlformats.org/officeDocument/2006/relationships/notesMaster" Target="/ppt/notesMasters/notesMaster1.xml" Id="R01e6da625ce14f08" /><Relationship Type="http://schemas.openxmlformats.org/officeDocument/2006/relationships/presProps" Target="/ppt/presProps.xml" Id="Ree0583a6269845d2" /><Relationship Type="http://schemas.openxmlformats.org/officeDocument/2006/relationships/tableStyles" Target="/ppt/tableStyles.xml" Id="Re42f8b0fabb94283" /><Relationship Type="http://schemas.openxmlformats.org/officeDocument/2006/relationships/slide" Target="/ppt/slides/slide1.xml" Id="R38ab51c362154c32" /><Relationship Type="http://schemas.openxmlformats.org/officeDocument/2006/relationships/slide" Target="/ppt/slides/slide2.xml" Id="Rbe02f1ed7c18467d" /><Relationship Type="http://schemas.openxmlformats.org/officeDocument/2006/relationships/slide" Target="/ppt/slides/slide3.xml" Id="Rd5b7256839114cb0" /><Relationship Type="http://schemas.openxmlformats.org/officeDocument/2006/relationships/slide" Target="/ppt/slides/slide4.xml" Id="Raa81d33c4da64e1c" /><Relationship Type="http://schemas.openxmlformats.org/officeDocument/2006/relationships/slide" Target="/ppt/slides/slide5.xml" Id="R6a1a89c32480487d" /><Relationship Type="http://schemas.openxmlformats.org/officeDocument/2006/relationships/slide" Target="/ppt/slides/slide6.xml" Id="Re0546912d4eb49b2" /><Relationship Type="http://schemas.openxmlformats.org/officeDocument/2006/relationships/slide" Target="/ppt/slides/slide7.xml" Id="R04d9270d017d4a54" /><Relationship Type="http://schemas.openxmlformats.org/officeDocument/2006/relationships/slide" Target="/ppt/slides/slide8.xml" Id="R2ef127623b2b4f70" /><Relationship Type="http://schemas.openxmlformats.org/officeDocument/2006/relationships/slide" Target="/ppt/slides/slide9.xml" Id="Re1c0c09278d840d1" /><Relationship Type="http://schemas.openxmlformats.org/officeDocument/2006/relationships/slide" Target="/ppt/slides/slide10.xml" Id="R15a6fbd65bff4219" /><Relationship Type="http://schemas.openxmlformats.org/officeDocument/2006/relationships/slide" Target="/ppt/slides/slide11.xml" Id="Rf762561aa79e4277" /><Relationship Type="http://schemas.openxmlformats.org/officeDocument/2006/relationships/slide" Target="/ppt/slides/slide12.xml" Id="R1b1649bd5314481a" /><Relationship Type="http://schemas.openxmlformats.org/officeDocument/2006/relationships/slide" Target="/ppt/slides/slide13.xml" Id="R473a64e0480042cb" /><Relationship Type="http://schemas.openxmlformats.org/officeDocument/2006/relationships/slide" Target="/ppt/slides/slide14.xml" Id="R6f88ef71e68f42d3" /><Relationship Type="http://schemas.openxmlformats.org/officeDocument/2006/relationships/slide" Target="/ppt/slides/slide15.xml" Id="R6b865e41413445fe" /><Relationship Type="http://schemas.openxmlformats.org/officeDocument/2006/relationships/slide" Target="/ppt/slides/slide16.xml" Id="R491a8a26fd634c99" /><Relationship Type="http://schemas.openxmlformats.org/officeDocument/2006/relationships/slide" Target="/ppt/slides/slide17.xml" Id="Rccdd56a2d7a04f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c1fd88d7d04a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ce22bc7e314d2e" /><Relationship Type="http://schemas.openxmlformats.org/officeDocument/2006/relationships/notesMaster" Target="/ppt/notesMasters/notesMaster1.xml" Id="R4bf8e68c801147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525a0a115f4054" /><Relationship Type="http://schemas.openxmlformats.org/officeDocument/2006/relationships/notesMaster" Target="/ppt/notesMasters/notesMaster1.xml" Id="Refc1dd8d201a45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f6431bdc4e4669" /><Relationship Type="http://schemas.openxmlformats.org/officeDocument/2006/relationships/notesMaster" Target="/ppt/notesMasters/notesMaster1.xml" Id="R1c6d4976de914a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69e55d33974963" /><Relationship Type="http://schemas.openxmlformats.org/officeDocument/2006/relationships/notesMaster" Target="/ppt/notesMasters/notesMaster1.xml" Id="R7a32d0b5173e48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3fc4e3b9584da2" /><Relationship Type="http://schemas.openxmlformats.org/officeDocument/2006/relationships/notesMaster" Target="/ppt/notesMasters/notesMaster1.xml" Id="Rcc0569f602ff44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1765bc3ed948fa" /><Relationship Type="http://schemas.openxmlformats.org/officeDocument/2006/relationships/notesMaster" Target="/ppt/notesMasters/notesMaster1.xml" Id="Rbf41614940ec48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a809b64a784d60" /><Relationship Type="http://schemas.openxmlformats.org/officeDocument/2006/relationships/notesMaster" Target="/ppt/notesMasters/notesMaster1.xml" Id="Rb98bce82bc5f4c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e33098f09b4afd" /><Relationship Type="http://schemas.openxmlformats.org/officeDocument/2006/relationships/notesMaster" Target="/ppt/notesMasters/notesMaster1.xml" Id="R2a158cd7aaea40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855befa15d4d15" /><Relationship Type="http://schemas.openxmlformats.org/officeDocument/2006/relationships/notesMaster" Target="/ppt/notesMasters/notesMaster1.xml" Id="R290623eb988240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7d631095474126" /><Relationship Type="http://schemas.openxmlformats.org/officeDocument/2006/relationships/notesMaster" Target="/ppt/notesMasters/notesMaster1.xml" Id="Re6b8a0c57990480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b96fa4b9b01407c" /><Relationship Type="http://schemas.openxmlformats.org/officeDocument/2006/relationships/notesMaster" Target="/ppt/notesMasters/notesMaster1.xml" Id="R56995cc26ebd41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d7ff04f62440c4" /><Relationship Type="http://schemas.openxmlformats.org/officeDocument/2006/relationships/notesMaster" Target="/ppt/notesMasters/notesMaster1.xml" Id="R5e6a8a55959f4d6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ec722554774ec0" /><Relationship Type="http://schemas.openxmlformats.org/officeDocument/2006/relationships/notesMaster" Target="/ppt/notesMasters/notesMaster1.xml" Id="R7e0073b50fa646f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334b70c74a141a5" /><Relationship Type="http://schemas.openxmlformats.org/officeDocument/2006/relationships/notesMaster" Target="/ppt/notesMasters/notesMaster1.xml" Id="R1d6f6759daaa4ca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ab5658166d64450" /><Relationship Type="http://schemas.openxmlformats.org/officeDocument/2006/relationships/notesMaster" Target="/ppt/notesMasters/notesMaster1.xml" Id="R9914074983be42d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257e54afecd416e" /><Relationship Type="http://schemas.openxmlformats.org/officeDocument/2006/relationships/notesMaster" Target="/ppt/notesMasters/notesMaster1.xml" Id="Rfceb73b5f2154bb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75a19af3e1e41c5" /><Relationship Type="http://schemas.openxmlformats.org/officeDocument/2006/relationships/notesMaster" Target="/ppt/notesMasters/notesMaster1.xml" Id="Rc6e202f69b7842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Capa. Apresentar o nome do jogo Infinity Pixel e do estúdio Inity Pixel. Captura real do menu atual; Godot 4.6.2.</a:t>
            </a:r>
          </a:p>
          <a:p xmlns:a="http://schemas.openxmlformats.org/drawingml/2006/main">
            <a:r>
              <a:t>Fonte: docs/ac1/GDD_AC1.md; docs/delivery/ac1/evidence/main_menu_Windows/menu_1280x720.png. Código, modelos e música: produção assistida por IA conforme créditos 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jogador controla diretamente o Guardião e prepara defesas indiretas. Público proposto: quem gosta de exploração, criaturas e estratégia. Não há classificação indicativa formal.</a:t>
            </a:r>
          </a:p>
          <a:p xmlns:a="http://schemas.openxmlformats.org/drawingml/2006/main">
            <a:r>
              <a:t>Fonte: docs/ac1/GDD_AC1.md; docs/delivery/ac1/evidence/map_showcase_Windows/05_creature_glade.png. Código, modelos e música: produção assistida por IA conforme créditos 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História preservada da proposta existente. Não há campanha, diálogos ou nome próprio aprovado. Cristal e estandartes comunicam abrigo; jade comunica vínculo.</a:t>
            </a:r>
          </a:p>
          <a:p xmlns:a="http://schemas.openxmlformats.org/drawingml/2006/main">
            <a:r>
              <a:t>Fonte: docs/ac1/GDD_AC1.md; docs/delivery/ac1/evidence/map_showcase_Windows/01_spawn.png. Código, modelos e música: produção assistida por IA conforme créditos 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sequência representa possibilidades, não quests obrigatórias. Dia automático de 90 s. Neutralizar a onda inteira causa amanhecer. Destruir a base encerra sessão.</a:t>
            </a:r>
          </a:p>
          <a:p xmlns:a="http://schemas.openxmlformats.org/drawingml/2006/main">
            <a:r>
              <a:t>Fonte: docs/ac1/GDD_AC1.md; docs/delivery/ac1/evidence/territory_showcase_Windows/07_oeste_controlada_hud_2de3.png. Código, modelos e música: produção assistida por IA conforme créditos 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Mouse não gira a câmera. E por 2 s, H por 3 s. Clique esquerdo confirma construção; direito cancela. Esc fecha painel antes de pausar. T e N são debug desativado.</a:t>
            </a:r>
          </a:p>
          <a:p xmlns:a="http://schemas.openxmlformats.org/drawingml/2006/main">
            <a:r>
              <a:t>Fonte: docs/ac1/GDD_AC1.md; docs/delivery/ac1/evidence/main_menu_Windows/menu_controles.png. Código, modelos e música: produção assistida por IA conforme créditos 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Modelos reais em scenes/visuals. Capturas de apresentação com câmera própria. WildDino: 80 HP. Carnotauro não domesticável.</a:t>
            </a:r>
          </a:p>
          <a:p xmlns:a="http://schemas.openxmlformats.org/drawingml/2006/main">
            <a:r>
              <a:t>Fonte: docs/ac1/GDD_AC1.md; assets do próprio projeto. Código, modelos e música: produção assistida por IA conforme créditos 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Vista ortográfica inclinada do mapa real. Sul/Refúgio fica em cima da imagem e norte/ruína embaixo; oeste à esquerda. Marcos em (-14,13) e (13,16). Seis slots de torre.</a:t>
            </a:r>
          </a:p>
          <a:p xmlns:a="http://schemas.openxmlformats.org/drawingml/2006/main">
            <a:r>
              <a:t>Fonte: docs/ac1/GDD_AC1.md; docs/delivery/ac1/evidence/map_showcase_Windows/11_overview_diagnostic.png. Código, modelos e música: produção assistida por IA conforme créditos 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Árvores 30 HP rendem 10 madeira; pedras 45 HP rendem 6 pedra. Fogueira custa 20/12; Armadilha 15/6. Materiais não são PD. Fantasma valida posição antes de cobrar.</a:t>
            </a:r>
          </a:p>
          <a:p xmlns:a="http://schemas.openxmlformats.org/drawingml/2006/main">
            <a:r>
              <a:t>Fonte: docs/ac1/GDD_AC1.md; docs/delivery/ac1/evidence/build_showcase_Windows/01_inventario.png. Código, modelos e música: produção assistida por IA conforme créditos 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Domesticação exige HP até 30% e distância de até 3 m. Guardião domesticado também libera marco. A captura usa preparação controlada da cena de demonstração.</a:t>
            </a:r>
          </a:p>
          <a:p xmlns:a="http://schemas.openxmlformats.org/drawingml/2006/main">
            <a:r>
              <a:t>Fonte: docs/ac1/GDD_AC1.md; docs/delivery/ac1/evidence/territory_showcase_Windows/11_leste_pronto_aliado.png. Código, modelos e música: produção assistida por IA conforme créditos 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Relógio noturno percorre 45 s, mas não vence sozinho. Primeira onda: 3 inimigos; +1 a cada noite. Luz e céu acompanham o relógio; inimigos noturnos ganham dano e velocidade.</a:t>
            </a:r>
          </a:p>
          <a:p xmlns:a="http://schemas.openxmlformats.org/drawingml/2006/main">
            <a:r>
              <a:t>Fonte: docs/ac1/GDD_AC1.md; docs/delivery/ac1/evidence/sky_showcase_Windows/08_2100_noite.png. Código, modelos e música: produção assistida por IA conforme créditos 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PD são ganhos por morte de inimigos de onda, 15 cada. Domesticar neutraliza mas não dá essa recompensa. Armadilha: 15 dano e 3 cargas; limite 3 ativas.</a:t>
            </a:r>
          </a:p>
          <a:p xmlns:a="http://schemas.openxmlformats.org/drawingml/2006/main">
            <a:r>
              <a:t>Fonte: docs/ac1/GDD_AC1.md; docs/delivery/ac1/evidence/build_showcase_Windows/10_armadilha_ativada_noite.png. Código, modelos e música: produção assistida por IA conforme créditos 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HUD mostra valores reais. Jogador tem 100 HP; proteção pós-respawn 1,5 s. Refúgio tem 100 HP. Pausa, reinício e retorno ao menu preservam contrato de nova sessão.</a:t>
            </a:r>
          </a:p>
          <a:p xmlns:a="http://schemas.openxmlformats.org/drawingml/2006/main">
            <a:r>
              <a:t>Fonte: docs/ac1/GDD_AC1.md; docs/delivery/ac1/evidence/hud_showcase_Windows/hud_atual_dia_1920.png. Código, modelos e música: produção assistida por IA conforme créditos 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Referências internas: vegetação e pedras do mapa real; ciclo de luz; modelos low-poly e UI. Não foram usadas obras externas como colagem.</a:t>
            </a:r>
          </a:p>
          <a:p xmlns:a="http://schemas.openxmlformats.org/drawingml/2006/main">
            <a:r>
              <a:t>Fonte: docs/ac1/GDD_AC1.md; assets do próprio projeto. Código, modelos e música: produção assistida por IA conforme créditos 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 do jogo derivado do menu atual. O antigo logo Tower Defense Dino foi preservado como histórico e não deve ser usado nesta entrega. Paleta e uso em IDENTIDADE.md.</a:t>
            </a:r>
          </a:p>
          <a:p xmlns:a="http://schemas.openxmlformats.org/drawingml/2006/main">
            <a:r>
              <a:t>Fonte: docs/ac1/GDD_AC1.md; assets do próprio projeto. Código, modelos e música: produção assistida por IA conforme créditos 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Preço é hipótese escolar, não pesquisa de mercado nem preço publicado. Revisar após definir produto/custos. Não existe loja no protótipo.</a:t>
            </a:r>
          </a:p>
          <a:p xmlns:a="http://schemas.openxmlformats.org/drawingml/2006/main">
            <a:r>
              <a:t>Fonte: docs/ac1/GDD_AC1.md; assets do próprio projeto. Código, modelos e música: produção assistida por IA conforme créditos 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Referência de testes: TESTES.md e evidence. Automação verifica regras, não aprovação humana de dificuldade/áudio. Captura territorial preparada pela cena de demonstração.</a:t>
            </a:r>
          </a:p>
          <a:p xmlns:a="http://schemas.openxmlformats.org/drawingml/2006/main">
            <a:r>
              <a:t>Fonte: docs/ac1/GDD_AC1.md; docs/delivery/ac1/evidence/territory_showcase_Windows/12_leste_recuperada_hud_3de3.png. Código, modelos e música: produção assistida por IA conforme créditos 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Equipe documentada: Murilo Cassetti, Heitor Crispim, Pedro Ferreira, Juan Carlos. TRELLO-CHECKLIST.md relaciona arquivos e cards. Prazo original 04/10/2026; confirmar aceitação do envio. Nada foi publicado automaticamente.</a:t>
            </a:r>
          </a:p>
          <a:p xmlns:a="http://schemas.openxmlformats.org/drawingml/2006/main">
            <a:r>
              <a:t>Fonte: docs/ac1/GDD_AC1.md; assets do próprio projeto. Código, modelos e música: produção assistida por IA conforme créditos 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cbe98c562a46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d1a80386ec4afd" /><Relationship Type="http://schemas.openxmlformats.org/officeDocument/2006/relationships/slideLayout" Target="/ppt/slideLayouts/slideLayout1.xml" Id="R2d80d3156d4c4d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80d3156d4c4d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55cf447cd4776" /><Relationship Type="http://schemas.openxmlformats.org/officeDocument/2006/relationships/image" Target="/ppt/media/image.png" Id="R4f08adf16ad840ca" /><Relationship Type="http://schemas.openxmlformats.org/officeDocument/2006/relationships/notesSlide" Target="/ppt/notesSlides/notesSlide1.xml" Id="R9d58dad384bb4d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5160767c74f4a" /><Relationship Type="http://schemas.openxmlformats.org/officeDocument/2006/relationships/image" Target="/ppt/media/image2.png" Id="Rc96a7561ac954392" /><Relationship Type="http://schemas.openxmlformats.org/officeDocument/2006/relationships/notesSlide" Target="/ppt/notesSlides/notesSlide2.xml" Id="R2d096a028f3c4f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b7c7a0b494ecf" /><Relationship Type="http://schemas.openxmlformats.org/officeDocument/2006/relationships/image" Target="/ppt/media/image3.png" Id="R61e9f189ed3c4627" /><Relationship Type="http://schemas.openxmlformats.org/officeDocument/2006/relationships/notesSlide" Target="/ppt/notesSlides/notesSlide3.xml" Id="R13b23cd1b05845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0c4fedc5c47f6" /><Relationship Type="http://schemas.openxmlformats.org/officeDocument/2006/relationships/image" Target="/ppt/media/image4.png" Id="R81c7874a70b84247" /><Relationship Type="http://schemas.openxmlformats.org/officeDocument/2006/relationships/notesSlide" Target="/ppt/notesSlides/notesSlide4.xml" Id="R63cae4a68f0948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1b0b8e5ce44e8" /><Relationship Type="http://schemas.openxmlformats.org/officeDocument/2006/relationships/image" Target="/ppt/media/image5.png" Id="Rff66c3b30f0649f3" /><Relationship Type="http://schemas.openxmlformats.org/officeDocument/2006/relationships/notesSlide" Target="/ppt/notesSlides/notesSlide5.xml" Id="R987579c824b94d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803d778cf4577" /><Relationship Type="http://schemas.openxmlformats.org/officeDocument/2006/relationships/image" Target="/ppt/media/image6.png" Id="Rd5392b52bf00412c" /><Relationship Type="http://schemas.openxmlformats.org/officeDocument/2006/relationships/image" Target="/ppt/media/image7.png" Id="R53ca3a90482c4b1e" /><Relationship Type="http://schemas.openxmlformats.org/officeDocument/2006/relationships/image" Target="/ppt/media/image8.png" Id="Rd5abcc992701418b" /><Relationship Type="http://schemas.openxmlformats.org/officeDocument/2006/relationships/notesSlide" Target="/ppt/notesSlides/notesSlide6.xml" Id="R0a0127cb7d594b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77039bf214079" /><Relationship Type="http://schemas.openxmlformats.org/officeDocument/2006/relationships/image" Target="/ppt/media/image9.png" Id="R276b4e1ea49e4e8b" /><Relationship Type="http://schemas.openxmlformats.org/officeDocument/2006/relationships/notesSlide" Target="/ppt/notesSlides/notesSlide7.xml" Id="R60666d77902249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20f1cb4394b75" /><Relationship Type="http://schemas.openxmlformats.org/officeDocument/2006/relationships/image" Target="/ppt/media/image10.png" Id="R53a6e9235d2b4931" /><Relationship Type="http://schemas.openxmlformats.org/officeDocument/2006/relationships/notesSlide" Target="/ppt/notesSlides/notesSlide8.xml" Id="R26093a53d00741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5a3478cf24263" /><Relationship Type="http://schemas.openxmlformats.org/officeDocument/2006/relationships/image" Target="/ppt/media/image11.png" Id="R4176835d64dd40d1" /><Relationship Type="http://schemas.openxmlformats.org/officeDocument/2006/relationships/notesSlide" Target="/ppt/notesSlides/notesSlide9.xml" Id="Rbb051e9d003d44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d1f369b484ccf" /><Relationship Type="http://schemas.openxmlformats.org/officeDocument/2006/relationships/image" Target="/ppt/media/image12.png" Id="R8612eb3d15954a79" /><Relationship Type="http://schemas.openxmlformats.org/officeDocument/2006/relationships/notesSlide" Target="/ppt/notesSlides/notesSlide10.xml" Id="Ref0244d54f9b49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b6608bb3d4d3c" /><Relationship Type="http://schemas.openxmlformats.org/officeDocument/2006/relationships/image" Target="/ppt/media/image13.png" Id="R0bb8aab8a7b1403a" /><Relationship Type="http://schemas.openxmlformats.org/officeDocument/2006/relationships/notesSlide" Target="/ppt/notesSlides/notesSlide11.xml" Id="R97ac7a0d34664c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65ed1fd7d4544" /><Relationship Type="http://schemas.openxmlformats.org/officeDocument/2006/relationships/image" Target="/ppt/media/image14.png" Id="R8f4b8b1300ba479d" /><Relationship Type="http://schemas.openxmlformats.org/officeDocument/2006/relationships/notesSlide" Target="/ppt/notesSlides/notesSlide12.xml" Id="Rdfe02c684bb2433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5c8b49b184feb" /><Relationship Type="http://schemas.openxmlformats.org/officeDocument/2006/relationships/image" Target="/ppt/media/image15.png" Id="Rf8f7983fd7ad4170" /><Relationship Type="http://schemas.openxmlformats.org/officeDocument/2006/relationships/image" Target="/ppt/media/image16.png" Id="R8c766d71fe6c49c4" /><Relationship Type="http://schemas.openxmlformats.org/officeDocument/2006/relationships/image" Target="/ppt/media/image17.png" Id="Rbd644a49b56c471b" /><Relationship Type="http://schemas.openxmlformats.org/officeDocument/2006/relationships/image" Target="/ppt/media/image18.png" Id="R1f919ab2fc0549a8" /><Relationship Type="http://schemas.openxmlformats.org/officeDocument/2006/relationships/notesSlide" Target="/ppt/notesSlides/notesSlide13.xml" Id="R700b4acce97a47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894a0fe3143c0" /><Relationship Type="http://schemas.openxmlformats.org/officeDocument/2006/relationships/image" Target="/ppt/media/image19.png" Id="R331c78b15fcd4459" /><Relationship Type="http://schemas.openxmlformats.org/officeDocument/2006/relationships/image" Target="/ppt/media/image20.png" Id="R79994db545f14d2f" /><Relationship Type="http://schemas.openxmlformats.org/officeDocument/2006/relationships/image" Target="/ppt/media/image.svg" Id="Rac25e6cfc92b4fe5" /><Relationship Type="http://schemas.openxmlformats.org/officeDocument/2006/relationships/notesSlide" Target="/ppt/notesSlides/notesSlide14.xml" Id="R2c7e35d35ed34e6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d282804a041f3" /><Relationship Type="http://schemas.openxmlformats.org/officeDocument/2006/relationships/notesSlide" Target="/ppt/notesSlides/notesSlide15.xml" Id="R03e110c5068c481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9f4e7c76a4aec" /><Relationship Type="http://schemas.openxmlformats.org/officeDocument/2006/relationships/image" Target="/ppt/media/image21.png" Id="R85067c3c000b4bb1" /><Relationship Type="http://schemas.openxmlformats.org/officeDocument/2006/relationships/notesSlide" Target="/ppt/notesSlides/notesSlide16.xml" Id="R231f89b122b4453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7217a469943f3" /><Relationship Type="http://schemas.openxmlformats.org/officeDocument/2006/relationships/notesSlide" Target="/ppt/notesSlides/notesSlide17.xml" Id="Rc110d263758643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E3155-5AB1-4368-8191-99954DEE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BE9B"/>
                </a:solidFill>
                <a:latin typeface="Arial"/>
                <a:ea typeface="Arial"/>
                <a:cs typeface="Arial"/>
              </a:rPr>
              <a:t>INITY PIXEL  /  AC1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A0AD7-4DD3-45B0-A57C-C67D789D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2E8CE"/>
                </a:solidFill>
                <a:latin typeface="Arial"/>
                <a:ea typeface="Arial"/>
                <a:cs typeface="Arial"/>
              </a:rPr>
              <a:t>Infinity Pixel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AC4B4-1672-404C-9C6F-86E4AD50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4000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AC1 • Protótipo Jogo</a:t>
            </a:r>
          </a:p>
          <a:p xmlns:a="http://schemas.openxmlformats.org/drawingml/2006/main">
            <a:pPr>
              <a:defRPr sz="225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Inity Pixel · FIAP School</a:t>
            </a:r>
          </a:p>
          <a:p xmlns:a="http://schemas.openxmlformats.org/drawingml/2006/main">
            <a:pPr>
              <a:defRPr sz="225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07 de outubro de 2026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8adf16ad840ca"/>
          <a:stretch xmlns:a="http://schemas.openxmlformats.org/drawingml/2006/main"/>
        </p:blipFill>
        <p:spPr>
          <a:xfrm xmlns:a="http://schemas.openxmlformats.org/drawingml/2006/main">
            <a:off x="4810125" y="1839218"/>
            <a:ext cx="6905625" cy="388441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AA65E1-BB66-4739-B1CB-661900B1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531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PROTÓTIPO ACADÊMICO  •  GODOT 4.6.2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0937C-B775-4DBE-B979-F1B64635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898370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7ADBC-9145-4F8F-892A-9B2BE38C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BE9B"/>
                </a:solidFill>
                <a:latin typeface="Arial"/>
                <a:ea typeface="Arial"/>
                <a:cs typeface="Arial"/>
              </a:rPr>
              <a:t>INITY PIXEL  /  AC1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5ACAEE-1679-4631-B99A-7ED1F87E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E8CE"/>
                </a:solidFill>
                <a:latin typeface="Arial"/>
                <a:ea typeface="Arial"/>
                <a:cs typeface="Arial"/>
              </a:rPr>
              <a:t>Conceito do jogo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98F73-6A15-4F67-96A1-942989D3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4000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Ação 3D + defesa de território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Explorar um vale, formar aliados e preparar o Refúgio para a noite.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Eliminar ou domesticar muda a estratégia.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6a7561ac954392"/>
          <a:stretch xmlns:a="http://schemas.openxmlformats.org/drawingml/2006/main"/>
        </p:blipFill>
        <p:spPr>
          <a:xfrm xmlns:a="http://schemas.openxmlformats.org/drawingml/2006/main">
            <a:off x="4810125" y="1839218"/>
            <a:ext cx="6905625" cy="388441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A00F31-CB3C-4B07-ADFB-6447CD83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531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PROTÓTIPO ACADÊMICO  •  GODOT 4.6.2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C0E22-09C0-494A-860E-AAF70AE4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951903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7CEF5-410B-46A3-8EFF-F54BCC24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BE9B"/>
                </a:solidFill>
                <a:latin typeface="Arial"/>
                <a:ea typeface="Arial"/>
                <a:cs typeface="Arial"/>
              </a:rPr>
              <a:t>INITY PIXEL  /  AC1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1738A-0D63-45E1-A12F-650109BB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E8CE"/>
                </a:solidFill>
                <a:latin typeface="Arial"/>
                <a:ea typeface="Arial"/>
                <a:cs typeface="Arial"/>
              </a:rPr>
              <a:t>História do vale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0B2F8-C8A2-47C4-A87F-5C961B98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4000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Uma comunidade protege seu Refúgio de criaturas noturnas.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O Guardião transforma ameaças em companheiros.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Lore proposta; aprovação do grupo pendente.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e9f189ed3c4627"/>
          <a:stretch xmlns:a="http://schemas.openxmlformats.org/drawingml/2006/main"/>
        </p:blipFill>
        <p:spPr>
          <a:xfrm xmlns:a="http://schemas.openxmlformats.org/drawingml/2006/main">
            <a:off x="4810125" y="1839218"/>
            <a:ext cx="6905625" cy="388441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EFD13-6209-4397-9AC0-CF86AA67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531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PROTÓTIPO ACADÊMICO  •  GODOT 4.6.2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A62192-0C9D-49AA-8C15-CC10EC9F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274084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CDEB43-8874-4753-9C2C-3BD79F3F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BE9B"/>
                </a:solidFill>
                <a:latin typeface="Arial"/>
                <a:ea typeface="Arial"/>
                <a:cs typeface="Arial"/>
              </a:rPr>
              <a:t>INITY PIXEL  /  AC1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2DF9F-005D-4B65-BEC0-21475C98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E8CE"/>
                </a:solidFill>
                <a:latin typeface="Arial"/>
                <a:ea typeface="Arial"/>
                <a:cs typeface="Arial"/>
              </a:rPr>
              <a:t>Core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7B255-298C-4922-B07E-71705351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4000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Explorar e coletar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Combater ou domesticar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Recuperar áreas e preparar defesas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Sobreviver à noite e repetir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c7874a70b84247"/>
          <a:stretch xmlns:a="http://schemas.openxmlformats.org/drawingml/2006/main"/>
        </p:blipFill>
        <p:spPr>
          <a:xfrm xmlns:a="http://schemas.openxmlformats.org/drawingml/2006/main">
            <a:off x="4810125" y="1839218"/>
            <a:ext cx="6905625" cy="388441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03B08-40C2-4E6F-914A-723F67BA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531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PROTÓTIPO ACADÊMICO  •  GODOT 4.6.2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395ED-4295-4C73-901B-6C3FFB79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0562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32A626-4252-4164-92BF-760F1944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BE9B"/>
                </a:solidFill>
                <a:latin typeface="Arial"/>
                <a:ea typeface="Arial"/>
                <a:cs typeface="Arial"/>
              </a:rPr>
              <a:t>INITY PIXEL  /  AC1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A43A5-BE90-44E2-B11F-6B5A747F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E8CE"/>
                </a:solidFill>
                <a:latin typeface="Arial"/>
                <a:ea typeface="Arial"/>
                <a:cs typeface="Arial"/>
              </a:rPr>
              <a:t>Gameplay e controles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ADBB7-F8B8-4FF7-93FD-E8532FBA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4000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WASD move · mouse mira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Clique ataca e coleta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E domestica / recupera marco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F posiciona aliado de dia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C constrói / melhora torre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I inventário · B construção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R gira · H cura · Esc pausa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66c3b30f0649f3"/>
          <a:stretch xmlns:a="http://schemas.openxmlformats.org/drawingml/2006/main"/>
        </p:blipFill>
        <p:spPr>
          <a:xfrm xmlns:a="http://schemas.openxmlformats.org/drawingml/2006/main">
            <a:off x="4810125" y="1839218"/>
            <a:ext cx="6905625" cy="388441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F64B0-F71C-4706-B57C-6AC5BFC7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531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PROTÓTIPO ACADÊMICO  •  GODOT 4.6.2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4EC51-9801-476A-9B2F-E4B53A49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324409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950A99-211E-4B75-A692-1D0D25B6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BE9B"/>
                </a:solidFill>
                <a:latin typeface="Arial"/>
                <a:ea typeface="Arial"/>
                <a:cs typeface="Arial"/>
              </a:rPr>
              <a:t>INITY PIXEL  /  AC1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48A74-B88F-41CE-B447-45A93907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E8CE"/>
                </a:solidFill>
                <a:latin typeface="Arial"/>
                <a:ea typeface="Arial"/>
                <a:cs typeface="Arial"/>
              </a:rPr>
              <a:t>Personagem e criaturas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FD38B6-D992-4C52-A974-CC6EAEA3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4000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Guardião com machado, túnica e lenço jade.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Dino selvagem pode virar aliado.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Carnotauro existe como variante; não compõe a onda padrão.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392b52bf00412c"/>
          <a:stretch xmlns:a="http://schemas.openxmlformats.org/drawingml/2006/main"/>
        </p:blipFill>
        <p:spPr>
          <a:xfrm xmlns:a="http://schemas.openxmlformats.org/drawingml/2006/main">
            <a:off x="4810125" y="1866602"/>
            <a:ext cx="3286125" cy="1848445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ca3a90482c4b1e"/>
          <a:stretch xmlns:a="http://schemas.openxmlformats.org/drawingml/2006/main"/>
        </p:blipFill>
        <p:spPr>
          <a:xfrm xmlns:a="http://schemas.openxmlformats.org/drawingml/2006/main">
            <a:off x="8334375" y="1866602"/>
            <a:ext cx="3286125" cy="1848445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bcc992701418b"/>
          <a:stretch xmlns:a="http://schemas.openxmlformats.org/drawingml/2006/main"/>
        </p:blipFill>
        <p:spPr>
          <a:xfrm xmlns:a="http://schemas.openxmlformats.org/drawingml/2006/main">
            <a:off x="6524625" y="3904952"/>
            <a:ext cx="3286125" cy="184844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592D5-9996-484C-AB2A-A772AE05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67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Guardião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C5143-FFCF-4786-BAF9-AC6410D5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671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Dino selvagem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CA909-42F2-435D-93DC-BF096C1E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8007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Carnotauro • variante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7B9B8E-4B49-4717-B2D9-5F538037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531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PROTÓTIPO ACADÊMICO  •  GODOT 4.6.2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3BCEBA-7804-45FE-A811-5367191A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743031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DFF975-1EBC-4327-8EA8-9AC052AD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BE9B"/>
                </a:solidFill>
                <a:latin typeface="Arial"/>
                <a:ea typeface="Arial"/>
                <a:cs typeface="Arial"/>
              </a:rPr>
              <a:t>INITY PIXEL  /  AC1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834DF1-7B31-4CE5-998E-7DF72AC9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E8CE"/>
                </a:solidFill>
                <a:latin typeface="Arial"/>
                <a:ea typeface="Arial"/>
                <a:cs typeface="Arial"/>
              </a:rPr>
              <a:t>Level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34AE2-F0A6-48ED-9EB6-B3D77ED3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4000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Uma arena de 48 × 52 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Refúgio e construção ao sul.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Bosque a oeste; rochas a leste.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Ruína e corredor ao norte.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Três rotas atacam a base.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b4e1ea49e4e8b"/>
          <a:stretch xmlns:a="http://schemas.openxmlformats.org/drawingml/2006/main"/>
        </p:blipFill>
        <p:spPr>
          <a:xfrm xmlns:a="http://schemas.openxmlformats.org/drawingml/2006/main">
            <a:off x="4810125" y="1839218"/>
            <a:ext cx="6905625" cy="388441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B2FC2-9D97-48B1-A673-45953FA1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531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PROTÓTIPO ACADÊMICO  •  GODOT 4.6.2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9CE79B-4C59-4F62-BD76-CAFC54AC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337834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6B855-B425-4360-B4E9-BD1267C3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BE9B"/>
                </a:solidFill>
                <a:latin typeface="Arial"/>
                <a:ea typeface="Arial"/>
                <a:cs typeface="Arial"/>
              </a:rPr>
              <a:t>INITY PIXEL  /  AC1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FD8757-7863-4171-8A81-854207E7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E8CE"/>
                </a:solidFill>
                <a:latin typeface="Arial"/>
                <a:ea typeface="Arial"/>
                <a:cs typeface="Arial"/>
              </a:rPr>
              <a:t>Coleta e construção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9AB4A2-2A9F-4EEA-B2D6-2FF481A9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4000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Madeira e pedra vêm de recursos atacáveis.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Inventário mostra materiais e receitas.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Fogueira cura; Armadilha protege rotas. Construção só de dia.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a6e9235d2b4931"/>
          <a:stretch xmlns:a="http://schemas.openxmlformats.org/drawingml/2006/main"/>
        </p:blipFill>
        <p:spPr>
          <a:xfrm xmlns:a="http://schemas.openxmlformats.org/drawingml/2006/main">
            <a:off x="4810125" y="1839218"/>
            <a:ext cx="6905625" cy="388441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2618F-EE03-478E-B0D9-34A3EBA9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531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PROTÓTIPO ACADÊMICO  •  GODOT 4.6.2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C7DC2-3559-4296-A644-543BD989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856333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25158C-0422-4E89-A6FC-CAF8E11A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BE9B"/>
                </a:solidFill>
                <a:latin typeface="Arial"/>
                <a:ea typeface="Arial"/>
                <a:cs typeface="Arial"/>
              </a:rPr>
              <a:t>INITY PIXEL  /  AC1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9F502-AABD-44BB-9C34-39DCEDCD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E8CE"/>
                </a:solidFill>
                <a:latin typeface="Arial"/>
                <a:ea typeface="Arial"/>
                <a:cs typeface="Arial"/>
              </a:rPr>
              <a:t>Combate e domesticação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8A1F7-5FC4-4CC5-8EE3-26BD7835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4000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Golpe: 15 de dano.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Quatro golpes deixam 20/80 HP.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Segure E por 2 s para converter.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O aliado volta com 80/80 HP.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F alterna seguir / ficar de dia.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76835d64dd40d1"/>
          <a:stretch xmlns:a="http://schemas.openxmlformats.org/drawingml/2006/main"/>
        </p:blipFill>
        <p:spPr>
          <a:xfrm xmlns:a="http://schemas.openxmlformats.org/drawingml/2006/main">
            <a:off x="4810125" y="1839218"/>
            <a:ext cx="6905625" cy="388441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0A773-437D-4577-8B9D-CE7AAAE2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531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PROTÓTIPO ACADÊMICO  •  GODOT 4.6.2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958667-53E6-4F37-83F4-8F323325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823616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5E6937-4B6C-4BC2-B1F0-57C7DF49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BE9B"/>
                </a:solidFill>
                <a:latin typeface="Arial"/>
                <a:ea typeface="Arial"/>
                <a:cs typeface="Arial"/>
              </a:rPr>
              <a:t>INITY PIXEL  /  AC1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6AD419-22B5-4FB2-A69A-AC2C93DF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E8CE"/>
                </a:solidFill>
                <a:latin typeface="Arial"/>
                <a:ea typeface="Arial"/>
                <a:cs typeface="Arial"/>
              </a:rPr>
              <a:t>Dia e noite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A4AF8-3433-49A7-81C7-B930ABAA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4000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90 s para preparar.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A noite traz ondas crescentes.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O relógio para em 05:59 se ainda houver ameaças.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Só vencer a onda traz o novo dia.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12eb3d15954a79"/>
          <a:stretch xmlns:a="http://schemas.openxmlformats.org/drawingml/2006/main"/>
        </p:blipFill>
        <p:spPr>
          <a:xfrm xmlns:a="http://schemas.openxmlformats.org/drawingml/2006/main">
            <a:off x="4810125" y="1839218"/>
            <a:ext cx="6905625" cy="388441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7B3D35-0626-40C4-8F75-6268F203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531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PROTÓTIPO ACADÊMICO  •  GODOT 4.6.2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2EE301-67BB-4CD8-BD5A-16EEE30A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965880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634A5-133C-4BA8-B1B2-4216CAC8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BE9B"/>
                </a:solidFill>
                <a:latin typeface="Arial"/>
                <a:ea typeface="Arial"/>
                <a:cs typeface="Arial"/>
              </a:rPr>
              <a:t>INITY PIXEL  /  AC1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4EC80-150F-49B6-BAB9-3BEAEBCA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E8CE"/>
                </a:solidFill>
                <a:latin typeface="Arial"/>
                <a:ea typeface="Arial"/>
                <a:cs typeface="Arial"/>
              </a:rPr>
              <a:t>Torres e defesa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1BF77-7BF3-4904-8042-E21CC1D7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4000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40 Pontos de Defesa iniciais.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30 PD constroem uma torre.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Três níveis de torre; seis pontos fixos.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Aliados e armadilhas complementam a defesa.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b8aab8a7b1403a"/>
          <a:stretch xmlns:a="http://schemas.openxmlformats.org/drawingml/2006/main"/>
        </p:blipFill>
        <p:spPr>
          <a:xfrm xmlns:a="http://schemas.openxmlformats.org/drawingml/2006/main">
            <a:off x="4810125" y="1839218"/>
            <a:ext cx="6905625" cy="388441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15821-D0A3-4F9B-A7F1-78D2AF96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531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PROTÓTIPO ACADÊMICO  •  GODOT 4.6.2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7D6566-77B6-4791-BF0E-407AF54D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859497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6C9A0-0C59-4C3F-802A-E9B6320C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BE9B"/>
                </a:solidFill>
                <a:latin typeface="Arial"/>
                <a:ea typeface="Arial"/>
                <a:cs typeface="Arial"/>
              </a:rPr>
              <a:t>INITY PIXEL  /  AC1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34FDC-877A-47A5-BDFC-0BC52FF2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E8CE"/>
                </a:solidFill>
                <a:latin typeface="Arial"/>
                <a:ea typeface="Arial"/>
                <a:cs typeface="Arial"/>
              </a:rPr>
              <a:t>Interface e sobrevivência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624667-F47C-46B3-BDFD-73D9EE2F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4000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HP do jogador e Refúgio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Dia, hora e progresso da onda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Madeira, pedra e PD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Territórios recuperados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Morte: respawn em 2 s.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Base destruída: derrota.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b8b1300ba479d"/>
          <a:stretch xmlns:a="http://schemas.openxmlformats.org/drawingml/2006/main"/>
        </p:blipFill>
        <p:spPr>
          <a:xfrm xmlns:a="http://schemas.openxmlformats.org/drawingml/2006/main">
            <a:off x="4810125" y="1839218"/>
            <a:ext cx="6905625" cy="388441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C2E8F-CC04-4ECD-B6C6-D564A02B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531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PROTÓTIPO ACADÊMICO  •  GODOT 4.6.2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B6A6F-4157-4355-A2DA-7975D656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790496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FC3E0-B5C9-452D-805B-1009F93E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BE9B"/>
                </a:solidFill>
                <a:latin typeface="Arial"/>
                <a:ea typeface="Arial"/>
                <a:cs typeface="Arial"/>
              </a:rPr>
              <a:t>INITY PIXEL  /  AC1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F060E-3F42-4E88-8249-021C024A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E8CE"/>
                </a:solidFill>
                <a:latin typeface="Arial"/>
                <a:ea typeface="Arial"/>
                <a:cs typeface="Arial"/>
              </a:rPr>
              <a:t>Moodboard do projeto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1F9F88-1C10-4779-A265-24D142F9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4000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Low-poly · materiais foscos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Verdes naturais · jade de vínculo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Âmbar de foco · noite fria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Pedra, madeira, cristal e luz local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7983fd7ad4170"/>
          <a:stretch xmlns:a="http://schemas.openxmlformats.org/drawingml/2006/main"/>
        </p:blipFill>
        <p:spPr>
          <a:xfrm xmlns:a="http://schemas.openxmlformats.org/drawingml/2006/main">
            <a:off x="4810125" y="1718965"/>
            <a:ext cx="3286125" cy="1848445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766d71fe6c49c4"/>
          <a:stretch xmlns:a="http://schemas.openxmlformats.org/drawingml/2006/main"/>
        </p:blipFill>
        <p:spPr>
          <a:xfrm xmlns:a="http://schemas.openxmlformats.org/drawingml/2006/main">
            <a:off x="8334375" y="1718965"/>
            <a:ext cx="3286125" cy="1848445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44a49b56c471b"/>
          <a:stretch xmlns:a="http://schemas.openxmlformats.org/drawingml/2006/main"/>
        </p:blipFill>
        <p:spPr>
          <a:xfrm xmlns:a="http://schemas.openxmlformats.org/drawingml/2006/main">
            <a:off x="4810125" y="3814465"/>
            <a:ext cx="3286125" cy="1848445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19ab2fc0549a8"/>
          <a:stretch xmlns:a="http://schemas.openxmlformats.org/drawingml/2006/main"/>
        </p:blipFill>
        <p:spPr>
          <a:xfrm xmlns:a="http://schemas.openxmlformats.org/drawingml/2006/main">
            <a:off x="8334375" y="3814465"/>
            <a:ext cx="3286125" cy="184844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A10288-04B5-453B-B907-1356E310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531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PROTÓTIPO ACADÊMICO  •  GODOT 4.6.2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97150E-FD98-4A58-BA05-EFF5C27A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389479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26719D-70BC-4A57-890B-AE1CB838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BE9B"/>
                </a:solidFill>
                <a:latin typeface="Arial"/>
                <a:ea typeface="Arial"/>
                <a:cs typeface="Arial"/>
              </a:rPr>
              <a:t>INITY PIXEL  /  AC1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6646E-574F-4077-8554-8A71F3FF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E8CE"/>
                </a:solidFill>
                <a:latin typeface="Arial"/>
                <a:ea typeface="Arial"/>
                <a:cs typeface="Arial"/>
              </a:rPr>
              <a:t>Identidade visual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D55B8-321D-42D7-9475-EAAD33E7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4000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ESTÚDIO  Inity Pixel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JOGO  Infinity Pixel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Pixels na marca do estúdio.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Cristais e título âmbar/jade no jogo.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Grafias distintas preservadas.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1c78b15fcd4459"/>
          <a:stretch xmlns:a="http://schemas.openxmlformats.org/drawingml/2006/main"/>
        </p:blipFill>
        <p:spPr>
          <a:xfrm xmlns:a="http://schemas.openxmlformats.org/drawingml/2006/main">
            <a:off x="4953000" y="1809750"/>
            <a:ext cx="6191250" cy="1381125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94db545f14d2f">
            <a:extLst>
              <a:ext uri="{96DAC541-7B7A-43D3-8B79-37D633B846F1}">
                <asvg:svgBlip xmlns:asvg="http://schemas.microsoft.com/office/drawing/2016/SVG/main" r:embed="Rac25e6cfc92b4fe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53000" y="3429000"/>
            <a:ext cx="6191250" cy="1857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B5452E-5614-43F3-B438-A05F2B38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531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PROTÓTIPO ACADÊMICO  •  GODOT 4.6.2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2998C9-3208-4728-89CA-F90D78B8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21375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F63742-011B-4689-9B8E-23D08ED5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BE9B"/>
                </a:solidFill>
                <a:latin typeface="Arial"/>
                <a:ea typeface="Arial"/>
                <a:cs typeface="Arial"/>
              </a:rPr>
              <a:t>INITY PIXEL  /  AC1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41FB9-C8C1-4297-9E1F-761384D3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E8CE"/>
                </a:solidFill>
                <a:latin typeface="Arial"/>
                <a:ea typeface="Arial"/>
                <a:cs typeface="Arial"/>
              </a:rPr>
              <a:t>Monetização proposta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F36A3-EA0F-4402-9753-C10D7544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1066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AC1 gratuita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Versão futura por compra única, com demonstração gratuita.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Hipótese: R$ 19,90.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Sem vender vantagens, vidas ou recursos.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17F71-D4E0-4F33-8595-93DE47D2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673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E7AE5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E7AE58"/>
                </a:solidFill>
                <a:latin typeface="Arial"/>
                <a:ea typeface="Arial"/>
                <a:cs typeface="Arial"/>
              </a:rPr>
              <a:t>COMPRA ÚNICA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1548B-3FD0-45EC-A5C7-0CC2403C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531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PROTÓTIPO ACADÊMICO  •  GODOT 4.6.2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F46CD2-FA18-42CA-9D8E-6FC0E887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751042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15E7E-3DF8-469D-914A-0DECE368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BE9B"/>
                </a:solidFill>
                <a:latin typeface="Arial"/>
                <a:ea typeface="Arial"/>
                <a:cs typeface="Arial"/>
              </a:rPr>
              <a:t>INITY PIXEL  /  AC1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EDA4E-6013-405E-A31F-7A488A81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E8CE"/>
                </a:solidFill>
                <a:latin typeface="Arial"/>
                <a:ea typeface="Arial"/>
                <a:cs typeface="Arial"/>
              </a:rPr>
              <a:t>Estado atual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957E7-2968-474E-9DBC-00FC6A88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4000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Core loop implementado na Godot.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Menu, HUD, arte e trilha existentes.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Territórios e construções funcionais.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Regressões executadas; resultados no relatório.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Spec 015 ainda requer playtest do grupo.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067c3c000b4bb1"/>
          <a:stretch xmlns:a="http://schemas.openxmlformats.org/drawingml/2006/main"/>
        </p:blipFill>
        <p:spPr>
          <a:xfrm xmlns:a="http://schemas.openxmlformats.org/drawingml/2006/main">
            <a:off x="4810125" y="1839218"/>
            <a:ext cx="6905625" cy="388441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EAF45-B6F8-492E-B693-7CDE4B8F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531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PROTÓTIPO ACADÊMICO  •  GODOT 4.6.2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CD43D-4755-4C74-BAC1-82C933FE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6725636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13AB19-3AF1-4440-ABC2-D071EA16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BE9B"/>
                </a:solidFill>
                <a:latin typeface="Arial"/>
                <a:ea typeface="Arial"/>
                <a:cs typeface="Arial"/>
              </a:rPr>
              <a:t>INITY PIXEL  /  AC1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22557-E94A-4B71-BAFB-34013B6C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E8CE"/>
                </a:solidFill>
                <a:latin typeface="Arial"/>
                <a:ea typeface="Arial"/>
                <a:cs typeface="Arial"/>
              </a:rPr>
              <a:t>Entrega e próximos passos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54273-B204-4A74-ADAA-C7E9F378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1066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Conferir lore, identidade e áudio.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Definir responsáveis e Game Designer.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Anexar materiais nos cards do Trello.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Publicar esta versão no GitHub, após revisão.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Game Designer envia o link do quadro.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F8C59-2670-4518-8863-1E639882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531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PROTÓTIPO ACADÊMICO  •  GODOT 4.6.2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D61D3-5835-44CB-9474-D31DB755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184001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2026-10-07T11:57:50.9070000Z</dcterms:created>
  <dcterms:modified xsi:type="dcterms:W3CDTF">2026-10-07T11:57:50.9070000Z</dcterms:modified>
</coreProperties>
</file>